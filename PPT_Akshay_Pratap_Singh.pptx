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IILM UNIVERSITY, GREATER NOIDA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06640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Akshay Pratap Singh  |  Roll No. 2410030224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-228600"/>
            <a:ext cx="2103120" cy="2103120"/>
          </a:xfrm>
          <a:prstGeom prst="arc">
            <a:avLst/>
          </a:prstGeom>
          <a:solidFill>
            <a:srgbClr val="0F172A">
              <a:alpha val="0"/>
            </a:srgbClr>
          </a:solidFill>
          <a:ln w="2540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94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FFFFFF"/>
                </a:solidFill>
              </a:rPr>
              <a:t>IILM UNIVERSITY,</a:t>
            </a:r>
            <a:endParaRPr lang="en-US" sz="1400" dirty="0"/>
          </a:p>
          <a:p>
            <a:pPr indent="0" marL="0">
              <a:buNone/>
            </a:pPr>
            <a:r>
              <a:rPr lang="en-US" sz="1400" b="1" spc="140" kern="0" dirty="0">
                <a:solidFill>
                  <a:srgbClr val="FFFFFF"/>
                </a:solidFill>
              </a:rPr>
              <a:t>GREATER NOIDA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INTERNSHIP REPORT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PRESENTATION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58368" y="2971800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3580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 DEVELOPER INTERNSHIP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3493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Codec Technologies Pvt. Ltd.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04 August 2026 - 04 September 2026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57800" y="777240"/>
            <a:ext cx="608076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1325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AKSHAY PRATAP SINGH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06440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B.Tech (Computer Science and Engineering)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2249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Roll No. 2410030224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2724912"/>
            <a:ext cx="44348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30358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Designation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06640" y="30358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Python Developer Intern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36027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Location &amp; Mode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06640" y="36027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Pan India, Hybrid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06440" y="41696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Reporting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06640" y="41696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Assigned Project Head(s)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47365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Organization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06640" y="47365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Codec Technologies Pvt. Ltd.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54406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1 Month AICTE &amp; ICAC Approved Internship Program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01  |  CANDIDATE PROFILE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About the Student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Identity and internship particulars verified against the supplied offer letter and certificate.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828800"/>
            <a:ext cx="64008" cy="3291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Student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59152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Akshay Pratap Singh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Roll Number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2410030224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Programme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B.Tech - Computer Science &amp; Engineering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Batch: 2024-2028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160520" y="182880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1828800"/>
            <a:ext cx="64008" cy="3291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Institute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43400" y="2359152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IILM University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Greater Noida, U.P.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School of Computer Science and Engineering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Academic requirement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B.Tech (Computer Science and Engineering)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726680" y="182880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26680" y="1828800"/>
            <a:ext cx="64008" cy="3291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19933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Internship Snapshot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09560" y="2359152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Organization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Codec Technologies Pvt. Ltd.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Designation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Python Developer Intern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Duration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04/08/2026 to 04/09/2026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02  |  ORGANIZATION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About Codec Technologies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Organization details reproduced from the internship offer letter.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CODEC TECHNOLOGIES PVT. LTD.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0" y="20116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3EE"/>
                </a:solidFill>
              </a:rPr>
              <a:t>A global platform dedicated to empowering learners and connecting diverse talent to create meaningful career opportunities worldwide.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4747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3474720"/>
            <a:ext cx="64008" cy="160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639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Consultancy Reach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00507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Dedicated IT and business consultancy services across 27+ countries.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206240" y="34747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3474720"/>
            <a:ext cx="64008" cy="160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3639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Career Focus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0" y="400507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Empowering innovation and strategic growth while creating meaningful career opportunities.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818120" y="3474720"/>
            <a:ext cx="3749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18120" y="3474720"/>
            <a:ext cx="64008" cy="160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36393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Internship Context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01000" y="4005072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Project Intern / Python Developer Intern pathway with assigned projects and training tasks.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94360" y="5486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Source: supplied Internship Offer Letter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03  |  INTERNSHIP DETAILS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Internship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Exact role, duration, mode and reporting details from the supplied documents.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82880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933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Designation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591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Python Developer Intern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80760" y="182880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9933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Duration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63640" y="23591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04/08/2026 - 04/09/2026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94360" y="324612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24612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107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Location &amp; Mode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37764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Pan India, Hybrid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080760" y="324612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324612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4107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Reporting To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37764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Assigned Project Head(s)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94360" y="466344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66344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828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Internship Type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193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1 Month Internship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080760" y="466344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4663440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4828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Approval / Certificate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63640" y="5193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AICTE &amp; ICAC Approved Program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04  |  ROLE &amp;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Role and Responsibilities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Only responsibilities explicitly supported by the supplied internship offer are included.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603504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Complete assigned projects and training tasks on the organization's platform and via email.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Work under the guidance of assigned project head(s).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Build industry-level knowledge and acquire valuable skills through the internship program.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Participate in weekly performance reviews conducted by the project supervisor.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60920" y="182880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FFBEB"/>
          </a:solidFill>
          <a:ln w="12700">
            <a:solidFill>
              <a:srgbClr val="F3E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Performance &amp; Opportunity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0" y="283464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offer letter states that exceptional interns may also qualify for a scholarship award based on weekly performance reviews conducted by the project supervisor.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0" y="47091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No additional project responsibilities are asserted beyond the supplied documents.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05  |  TRAINING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Training &amp; Learning Focus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The supplied offer describes the internship as an immersive experience focused on industry-level knowledge and valuable skills.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828800"/>
            <a:ext cx="64008" cy="3154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Project Tasks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59152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Assigned projects form the practical component of the internship, completed through the organization's platform and via email.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206240" y="182880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828800"/>
            <a:ext cx="64008" cy="3154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Training Tasks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89120" y="2359152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Training activities are part of the same program and are intended to build practical, industry-level knowledge.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818120" y="1828800"/>
            <a:ext cx="37490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18120" y="1828800"/>
            <a:ext cx="64008" cy="3154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9933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Weekly Reviews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01000" y="2359152"/>
            <a:ext cx="3429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Performance is reviewed weekly by the project supervisor. Exceptional performance may qualify the intern for a scholarship award.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06  |  INTERNSHIP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How the Internship Worked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 source-faithful process view based on the offer letter.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134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29992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Assigned Projects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2313432"/>
            <a:ext cx="96012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214884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3134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9992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Training Tasks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86200" y="2313432"/>
            <a:ext cx="96012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214884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23134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9992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Platform + Email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313432"/>
            <a:ext cx="96012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214884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3134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29992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Weekly Review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66760" y="2313432"/>
            <a:ext cx="96012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214884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23134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89720" y="29992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Skill Development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1605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This framework deliberately avoids inserting technologies, projects, or outcomes that are not stated in your supplied documents.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07  |  SKILLS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Skills &amp; Capabilities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Only the capability level explicitly supported by the internship offer is presented.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828800"/>
            <a:ext cx="64008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9339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Industry-Level Knowledge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5915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The internship is described as providing an immersive experience to gain industry-level knowledge.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989320" y="182880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89320" y="1828800"/>
            <a:ext cx="64008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99339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Valuable Skills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72200" y="235915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The program is intended to help interns acquire valuable skills through assigned projects and training.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94360" y="35204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520440"/>
            <a:ext cx="64008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8503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Project Execution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405079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Practical work includes completing assigned projects and training tasks through the platform and via email.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989320" y="352044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3520440"/>
            <a:ext cx="6400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368503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Performance Development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72200" y="405079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Weekly performance reviews provide a structured basis for evaluating internship progress.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08  |  OUTCOMES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Expected Outcomes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Source-faithful outcomes of the one-month internship.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6070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Completion of the assigned internship projects and training tasks.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Improved industry-level knowledge through practical exposure.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Acquisition of valuable skills relevant to the internship role.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Participation in weekly performance reviews by the project supervisor.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Eligibility for a scholarship award may arise for exceptional performance, as stated in the offer letter.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0" y="5212080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90872" y="5276088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PYTHON DEVELOPER INTERN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09  |  CERTIFICATION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Internship Certificate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Your actual certificate confirms the organization, role, approval and internship period.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828800"/>
            <a:ext cx="64008" cy="3291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933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Certificate Details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59152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Awarded to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Akshay Pratap Singh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From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Codec Technologies Pvt. Ltd.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Program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1 Month AICTE &amp; ICAC Approved Internship Program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Designation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Python Developer Intern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828800"/>
            <a:ext cx="64008" cy="3291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933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Period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359152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Conducted from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04/08/2026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to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04/09/2026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Role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Python Developer Intern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955280" y="182880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0" y="1828800"/>
            <a:ext cx="64008" cy="3291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993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Issuing Authority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38160" y="2359152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Dr. Anurag Shrivastava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Program Manager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AICTE 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CORPORATE6759d549ce59e1733940553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94360" y="54406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Certificate wording and identifiers are reproduced from the supplied certificate.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10  |  OFFER LETTER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Offer Letter Highlights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Your supplied offer letter establishes the internship appointment and core terms.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828800"/>
            <a:ext cx="64008" cy="3520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Appointment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59152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Dear Akshay Pratap Singh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Offered a 1 Month Internship as Project Intern at Codec Technologies.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206240" y="182880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828800"/>
            <a:ext cx="64008" cy="3520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Terms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89120" y="2359152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Designation: Python Developer Intern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Location &amp; Mode: Pan India, Hybrid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Duration: 04/08/2026 to 04/09/2026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Reporting: Assigned Project Head(s)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818120" y="1828800"/>
            <a:ext cx="37490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18120" y="1828800"/>
            <a:ext cx="64008" cy="3520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9933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Letter Metadata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01000" y="2359152"/>
            <a:ext cx="34290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Date of Issue: 04/08/2026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NCS ID: E19E86-0116588288923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AICTE ID: CORPORATE6759d549ce59e1733940553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Talent Acquisition Manager: Dr. Anurag Shrivastava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914400"/>
            <a:ext cx="4572000" cy="4572000"/>
          </a:xfrm>
          <a:prstGeom prst="arc">
            <a:avLst/>
          </a:prstGeom>
          <a:solidFill>
            <a:srgbClr val="0F172A">
              <a:alpha val="0"/>
            </a:srgbClr>
          </a:solidFill>
          <a:ln w="254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51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</a:rPr>
              <a:t>Akshay Pratap Singh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Roll No. 2410030224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B.Tech (Computer Science and Engineering)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IILM University, Greater Noida, U.P.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1325880"/>
            <a:ext cx="4572000" cy="3383280"/>
          </a:xfrm>
          <a:prstGeom prst="roundRect">
            <a:avLst>
              <a:gd name="adj" fmla="val 3243"/>
            </a:avLst>
          </a:prstGeom>
          <a:solidFill>
            <a:srgbClr val="13233A"/>
          </a:solidFill>
          <a:ln w="15240">
            <a:solidFill>
              <a:srgbClr val="244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DEVELOPER INTERN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0372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D4BF"/>
                </a:solidFill>
              </a:rPr>
              <a:t>Codec Technologies Pvt. Ltd.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0372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04/08/2026 - 04/09/2026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03720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Pan India, Hybrid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4132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Thank you for your attention.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IILM University, Greater Noida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Developer Internship - Akshay Pratap Singh</dc:title>
  <dc:subject>Internship Report Presentation</dc:subject>
  <dc:creator>Akshay Pratap Singh</dc:creator>
  <cp:lastModifiedBy>Akshay Pratap Singh</cp:lastModifiedBy>
  <cp:revision>1</cp:revision>
  <dcterms:created xsi:type="dcterms:W3CDTF">2026-09-06T15:11:50Z</dcterms:created>
  <dcterms:modified xsi:type="dcterms:W3CDTF">2026-09-06T15:11:50Z</dcterms:modified>
</cp:coreProperties>
</file>